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covers the three building blocks that turn static Terraform into reusable infrastructure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flow in through variables, are shaped by locals, flow out through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label is required, but always add type and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Later sources override earlier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Locals cannot be set from outside the module. That is the key difference from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 print after apply and are the public interface of a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Azure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Input Variables, Locals and Outputs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azurerm code reusable, DRY and composable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78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Azure basics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workflow, file layout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10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103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validation, precedence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42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34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tags, computed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273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blocks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566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values, sensitive data, modules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0050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297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 + best practices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Azure: the foundation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IaC: you describe desired state, Terraform computes the plan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azurerm provider talks to Azure Resource Manager (ARM)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init → validate → plan → apply → destroy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file tracks real resources; use remote state (Azure Storage) for teams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via Azure CLI, Service Principal or Managed Identity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10972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83480" y="1152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providers.tf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389888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required_version = "&gt;= 1.5"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required_providers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azurerm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  = "hashicorp/azurerm"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version = "~&gt; 3.100"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"azurerm"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 {}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blocks fit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from caller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(var.*)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0B7C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values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(local.*)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azurerm_*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1280160"/>
            <a:ext cx="18288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exposed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 / modules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= function parameters (external input)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= temporary variables inside the function (internal logic)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= return values (what the caller can use)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variables.tf, locals.tf, main.tf, outputs.tf, terraform.tfvars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variables: anatomy of a variable block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5214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389888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"location"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  =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"Azure region for all resources"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= "westeurope"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nullable    = false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    = contains(["westeurope","eastus"], var.location)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 "Use westeurope or eastus."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Reference it anywhere:  var.location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0972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enforces the data type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documents purpose, shows in docs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makes the variable optional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custom rules, fails at plan time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sensitive: hides value in CLI output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nullable: whether null is allowed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types: from simple to structured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0972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90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bool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= "westeurope"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64008" cy="109728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490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list(string), set(string), map(string)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 for all items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64008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490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object({...}), tuple([...])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attribute types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3865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624328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"tags"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map(string)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{ env = "dev", owner = "platform"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"vnet"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    =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address_space = list(string)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enable_ddos   = optional(bool, 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3774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optional() sets defaults inside objects (TF 1.3+)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any to defer typing, but avoid it in shared modules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list(object) / map(object) model repeated resources, ideal with for_each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sensitive and nullable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5214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     = contains(["dev","test","prod"], var.env)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error_message = "env must be dev, test or prod."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"sql_password"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     =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sensitive =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017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097280"/>
            <a:ext cx="64008" cy="13716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5361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at plan time with clear messages. Can use regex(), length(), can().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260604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606040"/>
            <a:ext cx="64008" cy="16002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04495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in plan/apply output but still stored in state. Protect the state backend!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pull real secrets from Azure Key Vault instead of passing them as variables.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Supplying values and precedence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754880" cy="457200"/>
          </a:xfrm>
          <a:prstGeom prst="rect">
            <a:avLst/>
          </a:prstGeom>
          <a:solidFill>
            <a:srgbClr val="E6F0FA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variable block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097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 TF_VAR_name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231136"/>
            <a:ext cx="4754880" cy="457200"/>
          </a:xfrm>
          <a:prstGeom prst="rect">
            <a:avLst/>
          </a:prstGeom>
          <a:solidFill>
            <a:srgbClr val="E6F0FA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231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231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 / .tfvars.json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798064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7980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2798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*.auto.tfvars (alphabetical)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364992"/>
            <a:ext cx="4754880" cy="457200"/>
          </a:xfrm>
          <a:prstGeom prst="rect">
            <a:avLst/>
          </a:prstGeom>
          <a:solidFill>
            <a:srgbClr val="E6F0FA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364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-var-file="prod.tfvars"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931920"/>
            <a:ext cx="4754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-var="location=eastus"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0" y="3931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109728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23560" y="1207008"/>
            <a:ext cx="301752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prod.tfvars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= "eastus"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     = "prod"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 = "platform"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-var-file="prod.tfvars"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values: what and why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expressions computed inside a module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 the same expression many times (DRY)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reference variables, resources, data sources and other locals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overridable by the caller, so they are internal logic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with local.name (singular), declare in plural locals {}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00600" y="1152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locals.tf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138988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prefix   = "${var.project}-${var.env}"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rg_name  = "rg-${local.prefix}"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is_prod  = var.env == "prod"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sku      = local.is_prod ? "Premium" : "Standard"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"main"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local.rg_name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in practice: naming and tags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607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locals.tf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common_tags = merge(var.tags,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 = var.env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managed_by  = "terraform"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 = "10.0.1.0/24"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= "10.0.2.0/24"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  = "10.0.3.0/24"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"azurerm_subnet" "this"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            = local.subnets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= "snet-${each.key}"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address_prefixes     = [each.value]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 = azurerm_resource_group.main.name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virtual_network_name = azurerm_virtual_network.main.name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005840"/>
            <a:ext cx="64008" cy="1188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standardisation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4447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combines caller tags with mandatory ones in one place.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233172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331720"/>
            <a:ext cx="64008" cy="118872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770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names once from prefix, then reuse across resources.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365760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657600"/>
            <a:ext cx="64008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096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for_each from a local map or list.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vs locals: when to use which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Caller, tfvars, CLI, 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author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and 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or repeated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reference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and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(inferred)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local.name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thumb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only what must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everything else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blocks: exposing values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5214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389888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"rg_name"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"Resource group name"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  = azurerm_resource_group.main.name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"storage_endpoint"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azurerm_storage_account.sa.primary_blob_endpoint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"storage_key"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  = azurerm_storage_account.sa.primary_access_key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sensitive =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0972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(required): any expression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documents the output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sensitive: masked in CLI output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force ordering if needed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precondition: validate before exposing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after terraform apply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outputs: CLI, modules and remote 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5087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904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 -raw rg_name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 -json (for scripts and CI/CD)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64008" cy="150876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to parent module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4904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reads module.network.vnet_id. Only declared outputs are visible.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64008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4904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terraform_remote_state data source reads another stack outputs.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32104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852928"/>
            <a:ext cx="8046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modules/network/outputs.tf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"subnet_ids"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 for k, v in azurerm_subnet.this : k =&gt; v.id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root main.tf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"vm"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= "./modules/vm"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= module.network.subnet_ids["app"]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607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"project" { type = string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"env"     { type = string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"location" { default = "westeurope"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prefix = "${var.project}-${var.env}"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= { project = var.project, env = var.env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"azurerm_resource_group" "rg"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"rg-${local.prefix}"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= var.location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= local.tags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0607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7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 (cont.) + output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298448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"azurerm_storage_account" "sa"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   = "st${replace(local.prefix, "-", "")}"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     = azurerm_resource_group.rg.name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              = azurerm_resource_group.rg.location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account_tier             = "Standard"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account_replication_type = "LRS"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                = local.tags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"storage_account_name"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azurerm_storage_account.sa.name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and common pitfalls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73736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90472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type and description. Validate inputs. Use locals for naming and tags. Mark secrets sensitive. Keep one tfvars file per environment.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51560"/>
            <a:ext cx="64008" cy="1737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9047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names and regions. Over-exposing variables. Using any type. Committing .tfvars with secrets. Unused outputs and variables.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321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71800"/>
            <a:ext cx="64008" cy="17373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specifics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10712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names must be 3-24 lowercase letters and digits, so strip hyphens in a local. Resource names have per-type rules, so centralise naming in locals. Remember sensitive values still land in state: use an encrypted Azure Storage backend with restricted access.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1645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your module inputs: typed, validated, overridable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560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internal logic: DRY names, tags and conditionals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474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your module interface: share IDs, endpoints, secrets safely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modules, remote state, for_each patterns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on Azure: Variables, Locals and Outputs</dc:title>
  <dc:subject>PptxGenJS Presentation</dc:subject>
  <dc:creator>PptxGenJS</dc:creator>
  <cp:lastModifiedBy>PptxGenJS</cp:lastModifiedBy>
  <cp:revision>1</cp:revision>
  <dcterms:created xsi:type="dcterms:W3CDTF">2026-10-13T04:01:55Z</dcterms:created>
  <dcterms:modified xsi:type="dcterms:W3CDTF">2026-10-13T04:01:55Z</dcterms:modified>
</cp:coreProperties>
</file>