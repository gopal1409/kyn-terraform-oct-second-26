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417320"/>
            <a:ext cx="2468880" cy="1737360"/>
          </a:xfrm>
          <a:prstGeom prst="roundRect">
            <a:avLst>
              <a:gd name="adj" fmla="val 6316"/>
            </a:avLst>
          </a:prstGeom>
          <a:solidFill>
            <a:srgbClr val="4A3F8C">
              <a:alpha val="45000"/>
            </a:srgbClr>
          </a:solidFill>
          <a:ln w="12700">
            <a:solidFill>
              <a:srgbClr val="D9D2F7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89720" y="2148840"/>
            <a:ext cx="2468880" cy="1737360"/>
          </a:xfrm>
          <a:prstGeom prst="roundRect">
            <a:avLst>
              <a:gd name="adj" fmla="val 6316"/>
            </a:avLst>
          </a:prstGeom>
          <a:solidFill>
            <a:srgbClr val="4A3F8C">
              <a:alpha val="65000"/>
            </a:srgbClr>
          </a:solidFill>
          <a:ln w="12700">
            <a:solidFill>
              <a:srgbClr val="D9D2F7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46920" y="2880360"/>
            <a:ext cx="2468880" cy="1737360"/>
          </a:xfrm>
          <a:prstGeom prst="roundRect">
            <a:avLst>
              <a:gd name="adj" fmla="val 6316"/>
            </a:avLst>
          </a:prstGeom>
          <a:solidFill>
            <a:srgbClr val="FF6B4A">
              <a:alpha val="8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317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TERRAFORM MODULES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20040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9D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reusable module  •  Publish it to GitHub  •  Call it from your local machine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3977640"/>
            <a:ext cx="502920" cy="45720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41605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9B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practical, step-by-step walkthrough — including the role of .tfvars files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457200" cy="45720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57276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Terraform Module?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92938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building block behind reusable infrastructure code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404872"/>
            <a:ext cx="10607040" cy="0"/>
          </a:xfrm>
          <a:prstGeom prst="line">
            <a:avLst/>
          </a:prstGeom>
          <a:noFill/>
          <a:ln w="12700">
            <a:solidFill>
              <a:srgbClr val="E4E0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560320"/>
            <a:ext cx="457200" cy="45720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48716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Structuring Your Module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84378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files every good module needs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319272"/>
            <a:ext cx="10607040" cy="0"/>
          </a:xfrm>
          <a:prstGeom prst="line">
            <a:avLst/>
          </a:prstGeom>
          <a:noFill/>
          <a:ln w="12700">
            <a:solidFill>
              <a:srgbClr val="E4E0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474720"/>
            <a:ext cx="457200" cy="45720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40156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 the Module to GitHub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375818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init, commit, push, and version with tags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233672"/>
            <a:ext cx="10607040" cy="0"/>
          </a:xfrm>
          <a:prstGeom prst="line">
            <a:avLst/>
          </a:prstGeom>
          <a:noFill/>
          <a:ln w="12700">
            <a:solidFill>
              <a:srgbClr val="E4E0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4389120"/>
            <a:ext cx="457200" cy="45720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431596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the Module Locally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467258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path vs. Git source references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5148072"/>
            <a:ext cx="10607040" cy="0"/>
          </a:xfrm>
          <a:prstGeom prst="line">
            <a:avLst/>
          </a:prstGeom>
          <a:noFill/>
          <a:ln w="12700">
            <a:solidFill>
              <a:srgbClr val="E4E0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5303520"/>
            <a:ext cx="457200" cy="45720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0080" y="5303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325880" y="523036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Purpose of .tfvars Files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558698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Separating configuration from code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Terraform Module?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91640"/>
            <a:ext cx="57607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A2340"/>
                </a:solidFill>
              </a:rPr>
              <a:t>A module is simply a folder containing .tf configuration files.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A2340"/>
                </a:solidFill>
              </a:rPr>
              <a:t>It packages resources, variables, and outputs so they can be reused across projects and teams.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A2340"/>
                </a:solidFill>
              </a:rPr>
              <a:t>Every Terraform configuration has at least one module — the root module — which can call other, child modules.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A2340"/>
                </a:solidFill>
              </a:rPr>
              <a:t>Publishing a module to GitHub lets any team pull the exact same, versioned infrastructure pattern.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903720" y="1737360"/>
            <a:ext cx="4480560" cy="685800"/>
          </a:xfrm>
          <a:prstGeom prst="roundRect">
            <a:avLst>
              <a:gd name="adj" fmla="val 10667"/>
            </a:avLst>
          </a:prstGeom>
          <a:solidFill>
            <a:srgbClr val="4A3F8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903720" y="173736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Module (main.tf)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0" y="2423160"/>
            <a:ext cx="-1755648" cy="822960"/>
          </a:xfrm>
          <a:prstGeom prst="line">
            <a:avLst/>
          </a:prstGeom>
          <a:noFill/>
          <a:ln w="15875">
            <a:solidFill>
              <a:srgbClr val="6B64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2552" y="324612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F1EEFB"/>
          </a:solidFill>
          <a:ln w="12700">
            <a:solidFill>
              <a:srgbClr val="4A3F8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2552" y="32461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"network"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144000" y="2423160"/>
            <a:ext cx="0" cy="822960"/>
          </a:xfrm>
          <a:prstGeom prst="line">
            <a:avLst/>
          </a:prstGeom>
          <a:noFill/>
          <a:ln w="15875">
            <a:solidFill>
              <a:srgbClr val="6B64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58200" y="324612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F1EEFB"/>
          </a:solidFill>
          <a:ln w="12700">
            <a:solidFill>
              <a:srgbClr val="4A3F8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58200" y="32461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"compute"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144000" y="2423160"/>
            <a:ext cx="1755648" cy="822960"/>
          </a:xfrm>
          <a:prstGeom prst="line">
            <a:avLst/>
          </a:prstGeom>
          <a:noFill/>
          <a:ln w="15875">
            <a:solidFill>
              <a:srgbClr val="6B64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213848" y="324612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F1EEFB"/>
          </a:solidFill>
          <a:ln w="12700">
            <a:solidFill>
              <a:srgbClr val="4A3F8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213848" y="32461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"storage"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44348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GitHub-hosted module sources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Module Structure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303520" cy="4297680"/>
          </a:xfrm>
          <a:prstGeom prst="roundRect">
            <a:avLst>
              <a:gd name="adj" fmla="val 1702"/>
            </a:avLst>
          </a:prstGeom>
          <a:solidFill>
            <a:srgbClr val="1B144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819656"/>
            <a:ext cx="4846320" cy="3858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4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my-terraform-module/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4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main.tf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4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variables.tf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4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outputs.tf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4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versions.tf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4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README.md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4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.gitignore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4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examples/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4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└── basic/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126480" y="16002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A3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main.tf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092440" y="160020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Declares the actual resources the module creates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126480" y="225856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A3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variables.tf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092440" y="225856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Declares input variables the module accepts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126480" y="2916936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A3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outputs.tf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092440" y="2916936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values other configs can consume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126480" y="357530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A3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versions.tf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092440" y="3575304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Pins required Terraform &amp; provider versions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423367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A3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092440" y="4233672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example, inputs, and outputs reference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126480" y="48920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A3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.gitignore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092440" y="489204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Excludes .terraform/, state files, and *.tfvars secrets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 the Module to GitHub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1–3: initialize, create the repo, and commit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84048" cy="38404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636776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a local Git repository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029200" y="1527048"/>
            <a:ext cx="6583680" cy="1296670"/>
          </a:xfrm>
          <a:prstGeom prst="roundRect">
            <a:avLst>
              <a:gd name="adj" fmla="val 5642"/>
            </a:avLst>
          </a:prstGeom>
          <a:solidFill>
            <a:srgbClr val="1B144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257800" y="1746504"/>
            <a:ext cx="6126480" cy="857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4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my-terraform-module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4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4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4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"Initial commit: terraform module"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143758"/>
            <a:ext cx="384048" cy="38404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14375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088894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GitHub repository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029200" y="2979166"/>
            <a:ext cx="6583680" cy="1693545"/>
          </a:xfrm>
          <a:prstGeom prst="roundRect">
            <a:avLst>
              <a:gd name="adj" fmla="val 4319"/>
            </a:avLst>
          </a:prstGeom>
          <a:solidFill>
            <a:srgbClr val="1B144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257800" y="3198622"/>
            <a:ext cx="6126480" cy="1254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4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Using GitHub CLI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4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gh repo create my-terraform-module \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4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--public --source=. --remote=origin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4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...or create it manually on github.com,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4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then copy the remote URL it gives you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992751"/>
            <a:ext cx="384048" cy="38404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99275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4937887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branch and push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029200" y="4828159"/>
            <a:ext cx="6583680" cy="1098233"/>
          </a:xfrm>
          <a:prstGeom prst="roundRect">
            <a:avLst>
              <a:gd name="adj" fmla="val 6661"/>
            </a:avLst>
          </a:prstGeom>
          <a:solidFill>
            <a:srgbClr val="1B144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257800" y="5047615"/>
            <a:ext cx="6126480" cy="659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4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-M main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4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remote add origin &lt;repo-url&gt;   # skip if gh created it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4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-u origin main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 the Module with Git Tags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tag a release so consumers can pin a stable version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53949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A2340"/>
                </a:solidFill>
              </a:rPr>
              <a:t>Terraform module sources are commonly pinned to a Git tag, not a moving branch.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A2340"/>
                </a:solidFill>
              </a:rPr>
              <a:t>Use Semantic Versioning: v1.0.0 → MAJOR.MINOR.PATCH.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A2340"/>
                </a:solidFill>
              </a:rPr>
              <a:t>If you plan to publish to the public Terraform Registry, name the repo terraform-&lt;PROVIDER&gt;-&lt;NAME&gt;, e.g. terraform-aws-vpc.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172200" y="1920240"/>
            <a:ext cx="5440680" cy="1741170"/>
          </a:xfrm>
          <a:prstGeom prst="roundRect">
            <a:avLst>
              <a:gd name="adj" fmla="val 4201"/>
            </a:avLst>
          </a:prstGeom>
          <a:solidFill>
            <a:srgbClr val="1B144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0" y="2139696"/>
            <a:ext cx="4983480" cy="1302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4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tag -a v1.0.0 -m "Initial release"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4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origin v1.0.0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4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Bump for a later change: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4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tag -a v1.1.0 -m "Add S3 versioning support"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4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origin v1.1.0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3981450"/>
            <a:ext cx="5440680" cy="1280160"/>
          </a:xfrm>
          <a:prstGeom prst="roundRect">
            <a:avLst>
              <a:gd name="adj" fmla="val 5714"/>
            </a:avLst>
          </a:prstGeom>
          <a:solidFill>
            <a:srgbClr val="F1EEF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0" y="409117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439293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Untagged commits still work as a source ref, but a tag gives every consumer a stable, reproducible version to build against.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Calling the Module From Your Local Machine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it by local path while developing, or by Git URL once published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160520"/>
          </a:xfrm>
          <a:prstGeom prst="roundRect">
            <a:avLst>
              <a:gd name="adj" fmla="val 2198"/>
            </a:avLst>
          </a:prstGeom>
          <a:solidFill>
            <a:srgbClr val="F1EE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3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 — Local Path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while you're still developing the module on your own machine.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22960" y="2834640"/>
            <a:ext cx="4846320" cy="1534795"/>
          </a:xfrm>
          <a:prstGeom prst="roundRect">
            <a:avLst>
              <a:gd name="adj" fmla="val 4766"/>
            </a:avLst>
          </a:prstGeom>
          <a:solidFill>
            <a:srgbClr val="1B144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51560" y="3054096"/>
            <a:ext cx="4389120" cy="1095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4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"network" {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4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source = "../my-terraform-module"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4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vpc_cidr = "10.0.0.0/16"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4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5394960" cy="4160520"/>
          </a:xfrm>
          <a:prstGeom prst="roundRect">
            <a:avLst>
              <a:gd name="adj" fmla="val 2198"/>
            </a:avLst>
          </a:prstGeom>
          <a:solidFill>
            <a:srgbClr val="F1EEF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92240" y="19202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3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 — GitHub Source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3317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the module straight from GitHub, pinned to a tag.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92240" y="2834640"/>
            <a:ext cx="4846320" cy="1645920"/>
          </a:xfrm>
          <a:prstGeom prst="roundRect">
            <a:avLst>
              <a:gd name="adj" fmla="val 4444"/>
            </a:avLst>
          </a:prstGeom>
          <a:solidFill>
            <a:srgbClr val="1B144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720840" y="3054096"/>
            <a:ext cx="43891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E4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"network" {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E4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source = "git::https://github.com/&lt;user&gt;/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E4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my-terraform-module.git?ref=v1.0.0"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E4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vpc_cidr = "10.0.0.0/16"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E4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Initialize and Run the Module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must download the module before it can plan or apply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84048" cy="38404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43000" y="1783080"/>
            <a:ext cx="6035040" cy="685800"/>
          </a:xfrm>
          <a:prstGeom prst="roundRect">
            <a:avLst>
              <a:gd name="adj" fmla="val 10667"/>
            </a:avLst>
          </a:prstGeom>
          <a:solidFill>
            <a:srgbClr val="1B144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1600" y="2002536"/>
            <a:ext cx="5577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4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init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60920" y="178308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 the module (local copy or GitHub clone) into .terraform/modules/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384048" cy="38404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143000" y="2788920"/>
            <a:ext cx="6035040" cy="685800"/>
          </a:xfrm>
          <a:prstGeom prst="roundRect">
            <a:avLst>
              <a:gd name="adj" fmla="val 10667"/>
            </a:avLst>
          </a:prstGeom>
          <a:solidFill>
            <a:srgbClr val="1B144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371600" y="3008376"/>
            <a:ext cx="5577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4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plan -var-file="dev.tfvars"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360920" y="278892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what will be created, using values from the tfvars file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384048" cy="38404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43000" y="3794760"/>
            <a:ext cx="6035040" cy="685800"/>
          </a:xfrm>
          <a:prstGeom prst="roundRect">
            <a:avLst>
              <a:gd name="adj" fmla="val 10667"/>
            </a:avLst>
          </a:prstGeom>
          <a:solidFill>
            <a:srgbClr val="1B144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371600" y="4014216"/>
            <a:ext cx="5577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4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apply -var-file="dev.tfvars"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60920" y="379476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the infrastructure the plan described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07492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1EEF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5074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change the module's source later — e.g. bump the ?ref= tag — re-run terraform init -upgrade to fetch it again.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.tfvars File For?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91640"/>
            <a:ext cx="56235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A2340"/>
                </a:solidFill>
              </a:rPr>
              <a:t>variables.tf declares what inputs a module needs; a .tfvars file supplies the actual values.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A2340"/>
                </a:solidFill>
              </a:rPr>
              <a:t>It keeps configuration data separate from the reusable module code.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A2340"/>
                </a:solidFill>
              </a:rPr>
              <a:t>terraform.tfvars and any *.auto.tfvars file are loaded automatically.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A2340"/>
                </a:solidFill>
              </a:rPr>
              <a:t>Any other name (dev.tfvars, prod.tfvars) must be passed explicitly with -var-file.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2A2340"/>
                </a:solidFill>
              </a:rPr>
              <a:t>This makes one module reusable across environments — same code, different tfvars per environment.</a:t>
            </a:r>
            <a:endParaRPr lang="en-US" sz="1450" dirty="0"/>
          </a:p>
        </p:txBody>
      </p:sp>
      <p:sp>
        <p:nvSpPr>
          <p:cNvPr id="4" name="Text 2"/>
          <p:cNvSpPr txBox="1"/>
          <p:nvPr/>
        </p:nvSpPr>
        <p:spPr>
          <a:xfrm>
            <a:off x="6446520" y="1691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dev.tfvars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46520" y="2057400"/>
            <a:ext cx="5120640" cy="1122045"/>
          </a:xfrm>
          <a:prstGeom prst="roundRect">
            <a:avLst>
              <a:gd name="adj" fmla="val 6520"/>
            </a:avLst>
          </a:prstGeom>
          <a:solidFill>
            <a:srgbClr val="1B144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675120" y="2276856"/>
            <a:ext cx="4663440" cy="683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4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        = "us-east-1"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4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instance_type = "t3.micro"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4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environment   = "dev"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46520" y="37947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prod.tfvars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46520" y="4160520"/>
            <a:ext cx="5120640" cy="1122045"/>
          </a:xfrm>
          <a:prstGeom prst="roundRect">
            <a:avLst>
              <a:gd name="adj" fmla="val 6520"/>
            </a:avLst>
          </a:prstGeom>
          <a:solidFill>
            <a:srgbClr val="1B14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675120" y="4379976"/>
            <a:ext cx="4663440" cy="683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4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        = "us-east-1"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4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instance_type = "m5.large"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4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environment   = "prod"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F1EEFB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892808"/>
            <a:ext cx="109728" cy="109728"/>
          </a:xfrm>
          <a:prstGeom prst="roundRect">
            <a:avLst/>
          </a:prstGeom>
          <a:solidFill>
            <a:srgbClr val="FF6B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Pin, don't float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221992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reference a Git tag (?ref=v1.2.0), never a branch, from anything beyond local dev.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63640" y="1691640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F1EEFB"/>
          </a:solidFill>
          <a:ln/>
        </p:spPr>
      </p:sp>
      <p:sp>
        <p:nvSpPr>
          <p:cNvPr id="8" name="Shape 6"/>
          <p:cNvSpPr/>
          <p:nvPr/>
        </p:nvSpPr>
        <p:spPr>
          <a:xfrm>
            <a:off x="6492240" y="1892808"/>
            <a:ext cx="109728" cy="109728"/>
          </a:xfrm>
          <a:prstGeom prst="roundRect">
            <a:avLst/>
          </a:prstGeom>
          <a:solidFill>
            <a:srgbClr val="FF6B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720840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usage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720840" y="2221992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README with a working example saves every future consumer a trip through your source.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F1EEFB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3401568"/>
            <a:ext cx="109728" cy="109728"/>
          </a:xfrm>
          <a:prstGeom prst="roundRect">
            <a:avLst/>
          </a:prstGeom>
          <a:solidFill>
            <a:srgbClr val="FF6B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05840" y="33375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commit real tfvars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3730752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*.tfvars to .gitignore when it holds secrets; commit a *.tfvars.example instead.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63640" y="3200400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F1EEFB"/>
          </a:solidFill>
          <a:ln/>
        </p:spPr>
      </p:sp>
      <p:sp>
        <p:nvSpPr>
          <p:cNvPr id="16" name="Shape 14"/>
          <p:cNvSpPr/>
          <p:nvPr/>
        </p:nvSpPr>
        <p:spPr>
          <a:xfrm>
            <a:off x="6492240" y="3401568"/>
            <a:ext cx="109728" cy="109728"/>
          </a:xfrm>
          <a:prstGeom prst="roundRect">
            <a:avLst/>
          </a:prstGeom>
          <a:solidFill>
            <a:srgbClr val="FF6B4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20840" y="33375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inputs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720840" y="3730752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validation blocks in variables.tf to catch bad values before an apply.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709160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F1EEFB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4910328"/>
            <a:ext cx="109728" cy="109728"/>
          </a:xfrm>
          <a:prstGeom prst="roundRect">
            <a:avLst/>
          </a:prstGeom>
          <a:solidFill>
            <a:srgbClr val="FF6B4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05840" y="4846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tfvars per environment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05840" y="5239512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dev.tfvars, staging.tfvars, prod.tfvars — same module, isolated config.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63640" y="4709160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F1EEFB"/>
          </a:solidFill>
          <a:ln/>
        </p:spPr>
      </p:sp>
      <p:sp>
        <p:nvSpPr>
          <p:cNvPr id="24" name="Shape 22"/>
          <p:cNvSpPr/>
          <p:nvPr/>
        </p:nvSpPr>
        <p:spPr>
          <a:xfrm>
            <a:off x="6492240" y="4910328"/>
            <a:ext cx="109728" cy="109728"/>
          </a:xfrm>
          <a:prstGeom prst="roundRect">
            <a:avLst/>
          </a:prstGeom>
          <a:solidFill>
            <a:srgbClr val="FF6B4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720840" y="4846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version bumps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720840" y="5239512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for breaking changes, MINOR for features, PATCH for fixes.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15400" y="4297680"/>
            <a:ext cx="2194560" cy="1554480"/>
          </a:xfrm>
          <a:prstGeom prst="roundRect">
            <a:avLst>
              <a:gd name="adj" fmla="val 7059"/>
            </a:avLst>
          </a:prstGeom>
          <a:solidFill>
            <a:srgbClr val="4A3F8C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4709160"/>
            <a:ext cx="2194560" cy="1554480"/>
          </a:xfrm>
          <a:prstGeom prst="roundRect">
            <a:avLst>
              <a:gd name="adj" fmla="val 7059"/>
            </a:avLst>
          </a:prstGeom>
          <a:solidFill>
            <a:srgbClr val="FF6B4A">
              <a:alpha val="8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the module → push to GitHub → tag a version → reference it by path or Git URL → drive it with .tfvars.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200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886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D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2026-09-25T03:52:43Z</dcterms:created>
  <dcterms:modified xsi:type="dcterms:W3CDTF">2026-09-25T03:52:43Z</dcterms:modified>
</cp:coreProperties>
</file>